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Prata" panose="020B0604020202020204" charset="0"/>
      <p:regular r:id="rId9"/>
    </p:embeddedFont>
    <p:embeddedFont>
      <p:font typeface="Raleway" pitchFamily="2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965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55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5789" y="3178806"/>
            <a:ext cx="8285063" cy="75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5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MY Ambition: </a:t>
            </a:r>
          </a:p>
          <a:p>
            <a:pPr algn="ctr">
              <a:lnSpc>
                <a:spcPts val="5550"/>
              </a:lnSpc>
            </a:pPr>
            <a:r>
              <a:rPr lang="en-US" sz="5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 Engineer’s &amp; Entrepreneur’s Journey </a:t>
            </a:r>
          </a:p>
          <a:p>
            <a:pPr marL="0" indent="0" algn="ctr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380540" y="524615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UHV</a:t>
            </a:r>
            <a:endParaRPr lang="en-US" sz="8900" dirty="0"/>
          </a:p>
        </p:txBody>
      </p:sp>
      <p:sp>
        <p:nvSpPr>
          <p:cNvPr id="4" name="Text 2"/>
          <p:cNvSpPr/>
          <p:nvPr/>
        </p:nvSpPr>
        <p:spPr>
          <a:xfrm>
            <a:off x="793790" y="5165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Arjun Vitthal Mankuskar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EE6C01-9CDC-E7BF-04E0-D1326C2F1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923" y="7737366"/>
            <a:ext cx="1981477" cy="390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200" cy="8232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83391" y="603647"/>
            <a:ext cx="5778818" cy="1371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About Me: Arjun Vitthal Mankuskar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083391" y="2304693"/>
            <a:ext cx="5778818" cy="1317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Hi, I'm Arjun. At my core, I'm a </a:t>
            </a:r>
            <a:r>
              <a:rPr lang="en-US" sz="2150" b="1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creative thinker</a:t>
            </a:r>
            <a:r>
              <a:rPr lang="en-US" sz="2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who loves figuring out tough problems.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083391" y="3868936"/>
            <a:ext cx="5778818" cy="878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I'm also a huge technology enthusiast—I just love building new things.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8083391" y="4994077"/>
            <a:ext cx="5778818" cy="26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 get a lot of my strength from my family. They've always supported me and taught me the value of learning. My dad is a gold businessman and my mom is a government teacher, and honestly, they're the best parents in the world.</a:t>
            </a:r>
            <a:endParaRPr lang="en-US" sz="21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A3397D-0B21-3799-7E27-E0828891E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5006" y="7680338"/>
            <a:ext cx="1981477" cy="4832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73B4E1-7C18-ED03-45FB-48BAFF8D2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7939" y="1409307"/>
            <a:ext cx="4328506" cy="55806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62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My Ambition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0867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 have two big goals that I'm really excited about.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417332"/>
            <a:ext cx="6407944" cy="2103715"/>
          </a:xfrm>
          <a:prstGeom prst="roundRect">
            <a:avLst>
              <a:gd name="adj" fmla="val 1617"/>
            </a:avLst>
          </a:prstGeom>
          <a:solidFill>
            <a:srgbClr val="3A3B3C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644146"/>
            <a:ext cx="386667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Expert AI/ML Engineer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20604" y="4205526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But I don't want to stop there. Just like my dad, I want to be a successful businessman, too.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417332"/>
            <a:ext cx="6408063" cy="2103715"/>
          </a:xfrm>
          <a:prstGeom prst="roundRect">
            <a:avLst>
              <a:gd name="adj" fmla="val 1617"/>
            </a:avLst>
          </a:prstGeom>
          <a:solidFill>
            <a:srgbClr val="3A3B3C"/>
          </a:solidFill>
          <a:ln/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7655362" y="3644146"/>
            <a:ext cx="390072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Build My Own Business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655362" y="4205526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 me, these two goals go hand-in-hand. I want to use my tech skills to build something new and create my own business.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776198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is the path that will help me achieve my personal dreams: to </a:t>
            </a:r>
            <a:r>
              <a:rPr lang="en-US" sz="2200" b="1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travel the whole world</a:t>
            </a:r>
            <a:r>
              <a:rPr lang="en-US" sz="2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and, as a huge fan of cars and bikes, </a:t>
            </a:r>
            <a:r>
              <a:rPr lang="en-US" sz="2200" b="1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my own collection</a:t>
            </a:r>
            <a:r>
              <a:rPr lang="en-US" sz="2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543F53-E6ED-301F-F7D0-19E96CB59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5006" y="7680338"/>
            <a:ext cx="1981477" cy="4832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57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Why This Ambition?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5473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So, why these goals? It really comes down to two things.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90211"/>
            <a:ext cx="377451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EEE27D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Passion for Technology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24231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First, I've just always been fascinated by technology. The idea of using AI to solve a real-world challenge genuinely excites me.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59021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EEE27D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Family Inspiration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599521" y="4242316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But the other, and bigger, part is my family. I grew up watching my dad run his own business and my mom dedicate herself to teaching. They both showed me what's possible with hard work and a clear purpose. My ambition is really a mix of my own passion for tech and the amazing example they set for me.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8C735B-8533-C5E1-E30F-B44A95B73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5006" y="7680338"/>
            <a:ext cx="1981477" cy="4832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63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I'll Get There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7880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Here's my plan to make it all happen: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8746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42511"/>
            <a:ext cx="6407944" cy="3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116818"/>
            <a:ext cx="377309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Learn Everything I Can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93789" y="3736777"/>
            <a:ext cx="6170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First, I'm focused on finishing my education and really mastering all the skills I need for AI and Machine Learning.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428548" y="258746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2942511"/>
            <a:ext cx="6408063" cy="3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28548" y="311681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Get My Hands Dirty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7428548" y="3678198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I'm going to find internships and projects where I can use these skills in the real world and learn from people who are already doing it.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93790" y="51637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496044"/>
            <a:ext cx="6407944" cy="30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790" y="5693093"/>
            <a:ext cx="393977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Learn the Business Side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793790" y="6254472"/>
            <a:ext cx="5835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 skills are one thing, but I'll also be learning about business principles—a lot of it from watching my dad.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428548" y="51637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5496044"/>
            <a:ext cx="6408063" cy="30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28548" y="569309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Build My Future</a:t>
            </a:r>
            <a:endParaRPr lang="en-US" sz="2650" dirty="0"/>
          </a:p>
        </p:txBody>
      </p:sp>
      <p:sp>
        <p:nvSpPr>
          <p:cNvPr id="19" name="Text 13"/>
          <p:cNvSpPr/>
          <p:nvPr/>
        </p:nvSpPr>
        <p:spPr>
          <a:xfrm>
            <a:off x="7428548" y="6254472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final step is to put it all together: use my tech and business knowledge to start my own projects and, eventually, my own company.</a:t>
            </a:r>
            <a:endParaRPr lang="en-US" sz="17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313EDF7-884E-CBF6-7859-536C54426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5006" y="7680338"/>
            <a:ext cx="1981477" cy="4832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6309360" y="3760410"/>
            <a:ext cx="84993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96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                                THANK YOU</a:t>
            </a:r>
            <a:endParaRPr lang="en-US" sz="9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52DE10-B661-A561-DA2A-CDB00F0FF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5006" y="7680338"/>
            <a:ext cx="1981477" cy="4832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545295-AE17-DDA5-E78F-4C2A632A6BC1}"/>
              </a:ext>
            </a:extLst>
          </p:cNvPr>
          <p:cNvSpPr txBox="1"/>
          <p:nvPr/>
        </p:nvSpPr>
        <p:spPr>
          <a:xfrm>
            <a:off x="9509760" y="5936816"/>
            <a:ext cx="533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Name: Arjun Mankuskar </a:t>
            </a:r>
          </a:p>
          <a:p>
            <a:r>
              <a:rPr lang="en-IN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PRN:202401110038 </a:t>
            </a:r>
          </a:p>
          <a:p>
            <a:r>
              <a:rPr lang="en-IN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Branch: CSE (AIML)</a:t>
            </a:r>
          </a:p>
          <a:p>
            <a:r>
              <a:rPr lang="en-IN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Batch: 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477</Words>
  <Application>Microsoft Office PowerPoint</Application>
  <PresentationFormat>Custom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Raleway</vt:lpstr>
      <vt:lpstr>Prata Light</vt:lpstr>
      <vt:lpstr>Prata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Arjun Mankuskar</dc:creator>
  <cp:lastModifiedBy>Arjun Mankuskar</cp:lastModifiedBy>
  <cp:revision>2</cp:revision>
  <dcterms:created xsi:type="dcterms:W3CDTF">2025-11-11T17:31:11Z</dcterms:created>
  <dcterms:modified xsi:type="dcterms:W3CDTF">2025-11-11T18:23:21Z</dcterms:modified>
</cp:coreProperties>
</file>